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Co-curricular Activities (විෂය සමගාමී කටයුතු)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Assessment Template 04 - Develop overall student personality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Co-curricular Activities (විෂය සමගාමී කටයුතු)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Objective: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Develop leadership, self-esteem, responsibility, fairness.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Develop interpersonal and intrapersonal skills.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Ensure skills beyond subject knowledge.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Co-curricular Activities (විෂය සමගාමී කටයුතු)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Planning and Diversity: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Implement systematic plans for co-curricular activities.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Cover different areas (sports, aesthetics, clubs).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Ensure participation from all grades.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Co-curricular Activities (විෂය සමගාමී කටයුතු)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Student Participation: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Assess percentage actively participating.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Identify non-participants and intervene.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Maintain proper activity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Co-curricular Activities (විෂය සමගාමී කටයුතු)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Development Benefits: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Contribute to subject achievement through activities.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Enhance team spirit and social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