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66CC"/>
                </a:solidFill>
                <a:latin typeface="Iskoola Pota"/>
              </a:defRPr>
            </a:pPr>
            <a:r>
              <a:t>Leadership and Management (නායකත්වය හා කළමනාකරණය) - 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Assessment Template 06 - Lead school towards excellence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66CC"/>
                </a:solidFill>
                <a:latin typeface="Iskoola Pota"/>
              </a:defRPr>
            </a:pPr>
            <a:r>
              <a:t>Leadership and Management (නායකත්වය හා කළමනාකරණය) - 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Objective: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Ensure quality in school management processes.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Expect continuous quality development in school.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66CC"/>
                </a:solidFill>
                <a:latin typeface="Iskoola Pota"/>
              </a:defRPr>
            </a:pPr>
            <a:r>
              <a:t>Leadership and Management (නායකත්වය හා කළමනාකරණය) - 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Management Planning: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Prepare &amp; update 5-year plan.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Establish school development committees, assign tasks, supervise.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Realize school vision and mission.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66CC"/>
                </a:solidFill>
                <a:latin typeface="Iskoola Pota"/>
              </a:defRPr>
            </a:pPr>
            <a:r>
              <a:t>Leadership and Management (නායකත්වය හා කළමනාකරණය) - 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Human Resource Management: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Identify professional development needs of staff.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Implement quality monitoring &amp; teacher development programs.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Conduct performance evaluations and feedback.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66CC"/>
                </a:solidFill>
                <a:latin typeface="Iskoola Pota"/>
              </a:defRPr>
            </a:pPr>
            <a:r>
              <a:t>Leadership and Management (නායකත්වය හා කළමනාකරණය) - 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Information and Discipline Management: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Maintain effective EMIS.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Implement ethics and discipline codes for staff, teachers, and students.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