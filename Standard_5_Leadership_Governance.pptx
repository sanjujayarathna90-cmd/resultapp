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Physical Resource Management (භෞතික සම්පත් කළමනා කරණය)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Assessment Template 07 - Maximum utilization of resources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Physical Resource Management (භෞතික සම්පත් කළමනා කරණය)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Objective: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Use limited school physical resources effectively.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Strengthen teaching-learning processes.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Keep school environment attractive.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Physical Resource Management (භෞතික සම්පත් කළමනා කරණය)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Resource Maintenance and Safety: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Maintenance plans for buildings, playgrounds, equipment.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Implement safety procedures.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Report damages &amp; take corrective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Physical Resource Management (භෞතික සම්පත් කළමනා කරණය)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Efficient Resource Use: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Proper use of classrooms, library, labs.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Encourage students to save water/electricity.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Ensure hygiene and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Physical Resource Management (භෞතික සම්පත් කළමනා කරණය)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Resource Improvement: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Maintain updated resource database.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Identify new resources and procure via school development funds.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Maintain quality of existing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