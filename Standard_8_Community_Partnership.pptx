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Student Welfare (ශිෂ්‍ය සුභසාධනය) -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Assessment Template 05 - Safe and conducive school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Student Welfare (ශිෂ්‍ය සුභසාධනය) -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Objective: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Ensure student safety, security, and good nutrition.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Maintain structured guidance and counseling processes.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Student Welfare (ශිෂ්‍ය සුභසාධනය) -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Counseling and Guidance: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Clear mechanism to identify student issues.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Safe and ethical spaces for discussions.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Address identified issues and maintain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Student Welfare (ශිෂ්‍ය සුභසාධනය) -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Attendance and Safety: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Inform parents to prevent late arrivals.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Ensure student safety everywhere.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Be prepared for disaster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Student Welfare (ශිෂ්‍ය සුභසාධනය) -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Career Guidance: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Provide information on vocational training and higher education for secondary students.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Implement programs with support from resource persons.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