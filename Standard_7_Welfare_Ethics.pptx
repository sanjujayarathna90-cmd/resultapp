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Achievement (ශිෂ්‍ය සාධනය)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01 - Quality Assurance in School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Achievement (ශිෂ්‍ය සාධනය)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 Maintain effective monitoring and assessment processes.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Enhance students' skills.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Improve performance through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Achievement (ශිෂ්‍ය සාධනය)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Primary Stage Assessment: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% of students achieving subject objectives.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Progress in skills (e.g., reading, writing).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Students eligible for secondary education at the end of primary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Achievement (ශිෂ්‍ය සාධනය)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Secondary Stage Assessment: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National exam results analysis (Grade 5, O/L, A/L).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Exam progress (grades 5, 6-11, students scoring &gt;40%).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Internal school assessment data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Achievement (ශිෂ්‍ය සාධනය)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Steps to Improve Achievement: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Effective feedback based on assessment data.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Identify weaknesses and plan interventions.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Share responsibility of improvement between teachers and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