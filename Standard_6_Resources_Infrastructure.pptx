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School and Community (පාසල හා ප්‍රජාව)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Assessment Template 08 - Obtain community support &amp; participation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School and Community (පාසල හා ප්‍රජාව) -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Objective: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Encourage active community participation in school.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Guide school-community relations.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Obtain support for school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School and Community (පාසල හා ප්‍රජාව) -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Community Participation &amp; Relations: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Active School Development Committee and Alumni Association.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Maintain formal relations with parents, alumni, external parties.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School and Community (පාසල හා ප්‍රජාව) -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Support for School Development: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Obtain resources like finance and technical expertise.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Utilize community knowledge &amp; experiences.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Implement CSR programs at school.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School and Community (පාසල හා ප්‍රජාව) -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Information Sharing: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Share school success &amp; strengths.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Inform community about issues &amp; request collective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