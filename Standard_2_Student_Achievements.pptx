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Formal Curriculum Management (විධිමත් විෂය මාලා කළමනාකරණය)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03 - Proper implementation of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Formal Curriculum Management (විධිමත් විෂය මාලා කළමනාකරණය)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Complete curriculum properly.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Manage classrooms according to timetable.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Ensure quality learning experiences.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Formal Curriculum Management (විධිමත් විෂය මාලා කළමනාකරණය)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Curriculum Planning: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Have systematic plan to complete curriculum.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Align with annual and operational school plans.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Steps for extra classes to cover curriculum.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Formal Curriculum Management (විධිමත් විෂය මාලා කළමනාකරණය)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Time Management: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Prepare and implement weekly/daily schedules.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Monitor teacher schedules.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Cover curriculum during holidays/short periods.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Formal Curriculum Management (විධිමත් විෂය මාලා කළමනාකරණය)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Principal Supervision: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Principal checks lesson plans regularly.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Analyze if curriculum objectives are met in internal assessments.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Monitor curriculum progress through teacher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