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Learning, Teaching, and Assessment (ඉගෙනුම, ඉගැන්වීම හා ඇගයීම)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Template 02 - Ensure quality learning-teaching processes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Learning, Teaching, and Assessment (ඉගෙනුම, ඉගැන්වීම හා ඇගයීම)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Objective: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Consider student diversity and learning styles.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Use effective teaching methods and strategies.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Improve standards of learning-teaching processes.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Learning, Teaching, and Assessment (ඉගෙනුම, ඉගැන්වීම හා ඇගයීම)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Lesson Planning and Presentation: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Prepare approved daily/weekly/term plans according to curriculum.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Engage students at lesson start.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Identify targeted skills and plan to achieve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Learning, Teaching, and Assessment (ඉගෙනුම, ඉගැන්වීම හා ඇගයීම)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Effective Teaching Methods: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Follow activity-based teaching procedures.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Encourage questioning and reasoning.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Use learning-teaching resources effectively.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66CC"/>
                </a:solidFill>
                <a:latin typeface="Iskoola Pota"/>
              </a:defRPr>
            </a:pPr>
            <a:r>
              <a:t>Learning, Teaching, and Assessment (ඉගෙනුම, ඉගැන්වීම හා ඇගයීම)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Assessment and Feedback: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Use formal and informal assessment tools.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Provide accurate and timely feedback.</a:t>
            </a:r>
          </a:p>
          <a:p>
            <a:pPr>
              <a:defRPr sz="2000">
                <a:solidFill>
                  <a:srgbClr val="000000"/>
                </a:solidFill>
                <a:latin typeface="Iskoola Pota"/>
              </a:defRPr>
            </a:pPr>
            <a:r>
              <a:t>- Encourage self and peer assessment.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